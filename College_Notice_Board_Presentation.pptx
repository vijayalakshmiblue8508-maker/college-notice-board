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COLLEGE NOTICE 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Stay Updated with Latest Announcements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Notices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Semester Examination Schedule Released</a:t>
            </a:r>
          </a:p>
          <a:p>
            <a:r>
              <a:t>• Assignment Submission Deadline: 25 February 2026</a:t>
            </a:r>
          </a:p>
          <a:p>
            <a:r>
              <a:t>• Internal Test Timetable Available</a:t>
            </a:r>
          </a:p>
          <a:p>
            <a:r>
              <a:t>• Project Review Dates Announced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&amp;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Annual Cultural Fest – March 10, 2026</a:t>
            </a:r>
          </a:p>
          <a:p>
            <a:r>
              <a:t>• Sports Meet Registration Open</a:t>
            </a:r>
          </a:p>
          <a:p>
            <a:r>
              <a:t>• Workshop on AI &amp; Machine Learning</a:t>
            </a:r>
          </a:p>
          <a:p>
            <a:r>
              <a:t>• NSS &amp; NCC Enrollment Drive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Scholarship Applications Open</a:t>
            </a:r>
          </a:p>
          <a:p>
            <a:r>
              <a:t>• Library New Arrivals</a:t>
            </a:r>
          </a:p>
          <a:p>
            <a:r>
              <a:t>• Campus Placement Training Sessions</a:t>
            </a:r>
          </a:p>
          <a:p>
            <a:r>
              <a:t>• Fee Payment Last Date Reminder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more details, contact:</a:t>
            </a:r>
          </a:p>
          <a:p>
            <a:r>
              <a:t>College Office</a:t>
            </a:r>
          </a:p>
          <a:p>
            <a:r>
              <a:t>Email: info@college.edu</a:t>
            </a:r>
          </a:p>
          <a:p>
            <a:r>
              <a:t>Phone: +91-XXXXXXXXXX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